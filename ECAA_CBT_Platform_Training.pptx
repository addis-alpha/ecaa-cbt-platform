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0A348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CIVIL AVIATION AUTHORITY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Based Testing Platform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4348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Training Guide — for Administrators and Examinees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Session Covers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636776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Administrators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2002536"/>
            <a:ext cx="9966960" cy="1432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examinations, questions, examinees, assignments, results, and (for Super Admins) other admin accounts and backups.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48996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489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3435096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Examinees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3800856"/>
            <a:ext cx="9966960" cy="1432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in, viewing assigned exams, taking an exam, and checking results.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5288280"/>
            <a:ext cx="502920" cy="50292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288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5233416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 the way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17320" y="5599176"/>
            <a:ext cx="9966960" cy="1432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safeguards built into the system — required password changes, exam progress recovery, and role-based access.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Administrators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68680" y="3995928"/>
            <a:ext cx="91440" cy="91440"/>
          </a:xfrm>
          <a:prstGeom prst="ellipse">
            <a:avLst/>
          </a:prstGeom>
          <a:solidFill>
            <a:srgbClr val="F4C430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931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creating an exam to reviewing results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4453128"/>
            <a:ext cx="91440" cy="91440"/>
          </a:xfrm>
          <a:prstGeom prst="ellipse">
            <a:avLst/>
          </a:prstGeom>
          <a:solidFill>
            <a:srgbClr val="F4C430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4389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access levels: Admin and Super Admin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4910328"/>
            <a:ext cx="91440" cy="91440"/>
          </a:xfrm>
          <a:prstGeom prst="ellipse">
            <a:avLst/>
          </a:prstGeom>
          <a:solidFill>
            <a:srgbClr val="F4C430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846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here can be undone or is protected by a safeguard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Signing In as an Administrator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3D9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170992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platform in a browser using the desktop shortcut provided.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408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3D9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40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2313432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Username and Password.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9443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3D9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2916936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“Show Password” to confirm what you typed, if needed.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5478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3D9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352044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Sign In — you'll land on the Administrator Dashboard.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635240" y="1691640"/>
            <a:ext cx="3977640" cy="4480560"/>
          </a:xfrm>
          <a:prstGeom prst="roundRect">
            <a:avLst>
              <a:gd name="adj" fmla="val 2759"/>
            </a:avLst>
          </a:prstGeom>
          <a:solidFill>
            <a:srgbClr val="FEF3C7"/>
          </a:solidFill>
          <a:ln/>
        </p:spPr>
      </p:sp>
      <p:sp>
        <p:nvSpPr>
          <p:cNvPr id="17" name="Text 15"/>
          <p:cNvSpPr/>
          <p:nvPr/>
        </p:nvSpPr>
        <p:spPr>
          <a:xfrm>
            <a:off x="7909560" y="19659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Time Only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909560" y="2423160"/>
            <a:ext cx="3429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 new installation starts with one built-in account: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Username: admin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Password: admin123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account cannot do anything else until its password is changed — you'll be sent straight to a Change Password screen on first login.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Areas of Control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411480" cy="41148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874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Bank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examinations and manage every question inside them.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69164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EEF2F7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1920240"/>
            <a:ext cx="411480" cy="41148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12080" y="1874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63440" y="246888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students, individually or in bulk from Excel.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321040" y="169164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EEF2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549640" y="1920240"/>
            <a:ext cx="411480" cy="41148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98280" y="1874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549640" y="246888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an exam to a student, or remove/reassign it.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EEF2F7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343400"/>
            <a:ext cx="411480" cy="41148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343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42976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77240" y="48920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filter, export, and generate certificates.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34840" y="41148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EEF2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663440" y="4343400"/>
            <a:ext cx="411480" cy="41148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4343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12080" y="42976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Accounts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663440" y="48920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only — manage other administrators.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321040" y="41148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EEF2F7"/>
          </a:solidFill>
          <a:ln/>
        </p:spPr>
      </p:sp>
      <p:sp>
        <p:nvSpPr>
          <p:cNvPr id="30" name="Shape 28"/>
          <p:cNvSpPr/>
          <p:nvPr/>
        </p:nvSpPr>
        <p:spPr>
          <a:xfrm>
            <a:off x="8549640" y="4343400"/>
            <a:ext cx="411480" cy="41148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31" name="Text 29"/>
          <p:cNvSpPr/>
          <p:nvPr/>
        </p:nvSpPr>
        <p:spPr>
          <a:xfrm>
            <a:off x="8549640" y="4343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098280" y="42976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Restore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549640" y="48920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only — protect and recover all data.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BANK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an Examination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3D9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170992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Dashboard, open Manage Exams.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408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3D9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40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2313432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exam code, title, duration (minutes), and pass mark (%).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9443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3D9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2916936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Create Examination.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5478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3D9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352044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list any time by code or title.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635240" y="1691640"/>
            <a:ext cx="3977640" cy="4480560"/>
          </a:xfrm>
          <a:prstGeom prst="roundRect">
            <a:avLst>
              <a:gd name="adj" fmla="val 2759"/>
            </a:avLst>
          </a:prstGeom>
          <a:solidFill>
            <a:srgbClr val="EEF2F7"/>
          </a:solidFill>
          <a:ln/>
        </p:spPr>
      </p:sp>
      <p:sp>
        <p:nvSpPr>
          <p:cNvPr id="17" name="Text 15"/>
          <p:cNvSpPr/>
          <p:nvPr/>
        </p:nvSpPr>
        <p:spPr>
          <a:xfrm>
            <a:off x="7909560" y="19659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Know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909560" y="2423160"/>
            <a:ext cx="3429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an examination also removes its questions and any assignments tied to it — a confirmation prompt always appears first.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BANK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Questions — Two 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3D9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170992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Manually: open an exam's question page, fill in the question, four options, correct answer, and marks.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408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3D9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40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2313432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bulk: click “Import Questions from Excel,” download the template, fill it in, and upload it.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9443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3D9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2916936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 a problem (missing field, bad answer letter, invalid marks) are skipped and listed with the reason — the rest still import.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5478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3D9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352044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across every exam's questions at once from “Search Questions Across All Examinations.”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635240" y="1691640"/>
            <a:ext cx="3977640" cy="4480560"/>
          </a:xfrm>
          <a:prstGeom prst="roundRect">
            <a:avLst>
              <a:gd name="adj" fmla="val 2759"/>
            </a:avLst>
          </a:prstGeom>
          <a:solidFill>
            <a:srgbClr val="DCFCE7"/>
          </a:solidFill>
          <a:ln/>
        </p:spPr>
      </p:sp>
      <p:sp>
        <p:nvSpPr>
          <p:cNvPr id="17" name="Text 15"/>
          <p:cNvSpPr/>
          <p:nvPr/>
        </p:nvSpPr>
        <p:spPr>
          <a:xfrm>
            <a:off x="7909560" y="19659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Columns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909560" y="2423160"/>
            <a:ext cx="3429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(A–D)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Registering Students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3D9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170992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Manually: provide Examinee ID, Full Name, Organization, Job Title, and a password.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408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3D9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40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2313432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bulk: download the Excel template, fill in one row per student, and upload it.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9443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3D9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2916936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Password blank in the file to auto-generate one — that student must change it on first login.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5478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3D9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352044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Student IDs are always skipped during import, never overwritten.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635240" y="1691640"/>
            <a:ext cx="3977640" cy="4480560"/>
          </a:xfrm>
          <a:prstGeom prst="roundRect">
            <a:avLst>
              <a:gd name="adj" fmla="val 2759"/>
            </a:avLst>
          </a:prstGeom>
          <a:solidFill>
            <a:srgbClr val="FEF3C7"/>
          </a:solidFill>
          <a:ln/>
        </p:spPr>
      </p:sp>
      <p:sp>
        <p:nvSpPr>
          <p:cNvPr id="17" name="Text 15"/>
          <p:cNvSpPr/>
          <p:nvPr/>
        </p:nvSpPr>
        <p:spPr>
          <a:xfrm>
            <a:off x="7909560" y="19659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909560" y="2423160"/>
            <a:ext cx="3429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temporary passwords are shown once, in the import report. Record them immediately — they can't be retrieved again afterward.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Assigning &amp; Managing Exams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3D9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170992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Manage Assignments and select an examinee and an examination.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408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3D9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40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2313432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completed, the assignment clears itself automatically — no manual cleanup needed before reassigning.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9443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3D9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2916936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“Manage Assignments,” remove a pending or completed assignment at any time.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5478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3D9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352044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whether to also delete the score record when removing a completed one, or keep it for the record.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635240" y="1691640"/>
            <a:ext cx="3977640" cy="4480560"/>
          </a:xfrm>
          <a:prstGeom prst="roundRect">
            <a:avLst>
              <a:gd name="adj" fmla="val 2759"/>
            </a:avLst>
          </a:prstGeom>
          <a:solidFill>
            <a:srgbClr val="EEF2F7"/>
          </a:solidFill>
          <a:ln/>
        </p:spPr>
      </p:sp>
      <p:sp>
        <p:nvSpPr>
          <p:cNvPr id="17" name="Text 15"/>
          <p:cNvSpPr/>
          <p:nvPr/>
        </p:nvSpPr>
        <p:spPr>
          <a:xfrm>
            <a:off x="7909560" y="19659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909560" y="2423160"/>
            <a:ext cx="3429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the assignment list by examinee (ID, name, organization, job title) or exam (code, title).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Reviewing &amp; Exporting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411480" cy="41148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8745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examinee, exam, or a specific date range the exam was completed.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EEF2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920240"/>
            <a:ext cx="411480" cy="41148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95160" y="18745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Excel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46520" y="246888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exactly what's currently on screen — full list, search, or filtered view.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EEF2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343400"/>
            <a:ext cx="411480" cy="41148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343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429768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Certificates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77240" y="48920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certificate for any single attempt, opens ready to print or save.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411480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EEF2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343400"/>
            <a:ext cx="411480" cy="41148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343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5160" y="429768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Record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46520" y="48920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are never lost, even if the assignment behind them is later removed.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ONLY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Administration &amp; Data Protection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0B3D9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315468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or remove other administrator accounts and grant Super Admin status.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78308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0B3D91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0" y="19659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617720" y="315468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 full snapshot of the database at any time.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0" y="178308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0B3D9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19659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Restore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458200" y="315468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database from a backup — requires typed confirmation.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always keeps at least one Admin and one Super Admin — it will not let you remove the last one of either.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Examinees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68680" y="3995928"/>
            <a:ext cx="91440" cy="91440"/>
          </a:xfrm>
          <a:prstGeom prst="ellipse">
            <a:avLst/>
          </a:prstGeom>
          <a:solidFill>
            <a:srgbClr val="F4C430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931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log in and take an assigned examination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4453128"/>
            <a:ext cx="91440" cy="91440"/>
          </a:xfrm>
          <a:prstGeom prst="ellipse">
            <a:avLst/>
          </a:prstGeom>
          <a:solidFill>
            <a:srgbClr val="F4C430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4389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your connection or PC has a problem mid-exam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4910328"/>
            <a:ext cx="91440" cy="91440"/>
          </a:xfrm>
          <a:prstGeom prst="ellipse">
            <a:avLst/>
          </a:prstGeom>
          <a:solidFill>
            <a:srgbClr val="F4C430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846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find your results afterward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Signing 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3D9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170992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platform using the desktop shortcut on your computer.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408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3D9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40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2313432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Examinee ID and password.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9443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3D9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2916936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“Show Password” if you want to confirm what you typed.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5478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3D9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352044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Sign In to reach your Dashboard.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635240" y="1691640"/>
            <a:ext cx="3977640" cy="4480560"/>
          </a:xfrm>
          <a:prstGeom prst="roundRect">
            <a:avLst>
              <a:gd name="adj" fmla="val 2759"/>
            </a:avLst>
          </a:prstGeom>
          <a:solidFill>
            <a:srgbClr val="EEF2F7"/>
          </a:solidFill>
          <a:ln/>
        </p:spPr>
      </p:sp>
      <p:sp>
        <p:nvSpPr>
          <p:cNvPr id="17" name="Text 15"/>
          <p:cNvSpPr/>
          <p:nvPr/>
        </p:nvSpPr>
        <p:spPr>
          <a:xfrm>
            <a:off x="7909560" y="19659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Dashboard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909560" y="2423160"/>
            <a:ext cx="3429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 card for every examination assigned to you, with its duration, pass mark, and number of questions.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AN EXAM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by Step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3D9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170992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Start Examination on an assigned exam's card.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408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3D9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40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2313432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appear one at a time, in a random order.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9443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3D9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2916936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 answer, then click Next — an answer is required before continuing.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5478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3D9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352044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countdown timer at the top of the screen.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15137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3D9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51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4123944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last question, click Submit Examination.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3D9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51560" y="472744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score and pass/fail result appear immediately.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635240" y="1691640"/>
            <a:ext cx="3977640" cy="4480560"/>
          </a:xfrm>
          <a:prstGeom prst="roundRect">
            <a:avLst>
              <a:gd name="adj" fmla="val 2759"/>
            </a:avLst>
          </a:prstGeom>
          <a:solidFill>
            <a:srgbClr val="FEE2E2"/>
          </a:solidFill>
          <a:ln/>
        </p:spPr>
      </p:sp>
      <p:sp>
        <p:nvSpPr>
          <p:cNvPr id="23" name="Text 21"/>
          <p:cNvSpPr/>
          <p:nvPr/>
        </p:nvSpPr>
        <p:spPr>
          <a:xfrm>
            <a:off x="7909560" y="19659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Time's Up?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909560" y="2423160"/>
            <a:ext cx="3429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timer reaches zero, the exam submits automatically with whatever has been answered — nothing is lost.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SAFEGUARDS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Something Goes Wrong Mid-Exam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411480" cy="41148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8745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Is Saved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saved to the server the moment it's submitted — not just in your browser.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EEF2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920240"/>
            <a:ext cx="411480" cy="41148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95160" y="18745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Cut or Disconnect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46520" y="246888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back in and resume exactly where you left off, with the correct time remaining.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EEF2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343400"/>
            <a:ext cx="411480" cy="41148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343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429768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Outages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77240" y="48920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server itself goes down, the timer is extended by exactly how long it was unreachable.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411480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EEF2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343400"/>
            <a:ext cx="411480" cy="41148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343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5160" y="429768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Stays Awake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46520" y="48920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device won't sleep on its own while an exam is in progress.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History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68680" y="3538728"/>
            <a:ext cx="91440" cy="91440"/>
          </a:xfrm>
          <a:prstGeom prst="ellipse">
            <a:avLst/>
          </a:prstGeom>
          <a:solidFill>
            <a:srgbClr val="F4C430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34747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completed exam appears under “View Result History” on your Dashboard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4041648"/>
            <a:ext cx="91440" cy="91440"/>
          </a:xfrm>
          <a:prstGeom prst="ellipse">
            <a:avLst/>
          </a:prstGeom>
          <a:solidFill>
            <a:srgbClr val="F4C43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9776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are permanent — visible in every future login session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4544568"/>
            <a:ext cx="91440" cy="91440"/>
          </a:xfrm>
          <a:prstGeom prst="ellipse">
            <a:avLst/>
          </a:prstGeom>
          <a:solidFill>
            <a:srgbClr val="F4C430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44805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your administrator for any questions about an assigned exam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ECAA CBT Platform - Training Guide</dc:title>
  <dc:subject>PptxGenJS Presentation</dc:subject>
  <dc:creator>ECAA CBT Platform</dc:creator>
  <cp:lastModifiedBy>ECAA CBT Platform</cp:lastModifiedBy>
  <cp:revision>1</cp:revision>
  <dcterms:created xsi:type="dcterms:W3CDTF">2026-07-24T07:31:30Z</dcterms:created>
  <dcterms:modified xsi:type="dcterms:W3CDTF">2026-07-24T07:31:30Z</dcterms:modified>
</cp:coreProperties>
</file>